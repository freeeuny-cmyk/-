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경상북도농업기술원  |  AI 데이터 전문인재 양성 프로젝트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농업재해 및 병해충 긴급 전파를 위한</a:t>
            </a:r>
            <a:br/>
            <a:r>
              <a:t>AI 숏폼(Shorts) 자동 생성기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8E1D2"/>
                </a:solidFill>
                <a:latin typeface="Malgun Gothic"/>
              </a:defRPr>
            </a:pPr>
            <a:r>
              <a:t>부제: 기존 텍스트 긴급문자의 한계를 극복하는 고가독성 모바일 재해 속보 제작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75488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Malgun Gothic"/>
              </a:defRPr>
            </a:pPr>
            <a:r>
              <a:t>발표자: 팀 3 (이동은, 김영아, 이미향)   |   접속 URL: https://gban-shorts.onrender.com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utfit"/>
              </a:defRPr>
            </a:pPr>
            <a:r>
              <a:t>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65B"/>
                </a:solidFill>
                <a:latin typeface="Malgun Gothic"/>
              </a:defRPr>
            </a:pPr>
            <a:r>
              <a:t>|  BACKGROUND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A2E26"/>
                </a:solidFill>
                <a:latin typeface="Malgun Gothic"/>
              </a:defRPr>
            </a:pPr>
            <a:r>
              <a:t>기존 농업재해 전파 방식의 한계와 기획 배경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DC2626"/>
                </a:solidFill>
                <a:latin typeface="Malgun Gothic"/>
              </a:defRPr>
            </a:pPr>
            <a:r>
              <a:t>🚨 현장 재난문자(LMS)의 3대 문제점</a:t>
            </a:r>
          </a:p>
          <a:p>
            <a:pPr>
              <a:spcBef>
                <a:spcPts val="14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1. 가독성 저하: 장문의 텍스트 위주 공지로 농가의 높은 정보 이탈률 발생</a:t>
            </a:r>
          </a:p>
          <a:p>
            <a:pPr>
              <a:spcBef>
                <a:spcPts val="14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2. 고령 농업인 취약: 시각적/청각적 직관성 부족으로 긴급 대응 실패</a:t>
            </a:r>
          </a:p>
          <a:p>
            <a:pPr>
              <a:spcBef>
                <a:spcPts val="14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3. 제작 지연: 담당 공무원의 반복적인 공지문성 포맷팅 및 영상 편집 기술 부재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0B981"/>
                </a:solidFill>
                <a:latin typeface="Malgun Gothic"/>
              </a:defRPr>
            </a:pPr>
            <a:r>
              <a:t>💡 AI 숏폼 스튜디오의 해결책</a:t>
            </a:r>
          </a:p>
          <a:p>
            <a:pPr>
              <a:spcBef>
                <a:spcPts val="14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✔ 1~2분 초스피드 제작: 사진 첨부 + 문구 입력만으로 즉시 동영상 자동 생성</a:t>
            </a:r>
          </a:p>
          <a:p>
            <a:pPr>
              <a:spcBef>
                <a:spcPts val="14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✔ 융합형 숏폼 포맷: 자막 + 고품질 AI 음성(TTS) + BGM이 조화된 9:16 비디오</a:t>
            </a:r>
          </a:p>
          <a:p>
            <a:pPr>
              <a:spcBef>
                <a:spcPts val="14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✔ 대민 신속 전파: 완성된 MP4 동영상을 카카오톡, 재난문자, SNS로 즉시 보급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utfit"/>
              </a:defRPr>
            </a:pPr>
            <a:r>
              <a:t>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65B"/>
                </a:solidFill>
                <a:latin typeface="Malgun Gothic"/>
              </a:defRPr>
            </a:pPr>
            <a:r>
              <a:t>| 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A2E26"/>
                </a:solidFill>
                <a:latin typeface="Malgun Gothic"/>
              </a:defRPr>
            </a:pPr>
            <a:r>
              <a:t>웹앱의 4대 핵심 서비스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01. 드래그 앤 드롭 사진 매핑</a:t>
            </a:r>
          </a:p>
          <a:p>
            <a:pPr>
              <a:spcBef>
                <a:spcPts val="800"/>
              </a:spcBef>
              <a:defRPr sz="1400">
                <a:solidFill>
                  <a:srgbClr val="5A665B"/>
                </a:solidFill>
                <a:latin typeface="Malgun Gothic"/>
              </a:defRPr>
            </a:pPr>
            <a:r>
              <a:t>현장 피해 사진 및 대응 순서 이미지를 손쉽게 업로드하고 드래그/화살표 버튼으로 자막과 1:1 매칭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82880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02. 고품질 한국어 AI 음성 (TTS)</a:t>
            </a:r>
          </a:p>
          <a:p>
            <a:pPr>
              <a:spcBef>
                <a:spcPts val="800"/>
              </a:spcBef>
              <a:defRPr sz="1400">
                <a:solidFill>
                  <a:srgbClr val="5A665B"/>
                </a:solidFill>
                <a:latin typeface="Malgun Gothic"/>
              </a:defRPr>
            </a:pPr>
            <a:r>
              <a:t>OpenAI 시머, 노바, 오닉스 등 최고급 성우 목소리 지원 및 음성 재생 속도(0.5x~2.0x) 세밀 조절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6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03. 농정 전용 BGM 오디오 믹싱</a:t>
            </a:r>
          </a:p>
          <a:p>
            <a:pPr>
              <a:spcBef>
                <a:spcPts val="800"/>
              </a:spcBef>
              <a:defRPr sz="1400">
                <a:solidFill>
                  <a:srgbClr val="5A665B"/>
                </a:solidFill>
                <a:latin typeface="Malgun Gothic"/>
              </a:defRPr>
            </a:pPr>
            <a:r>
              <a:t>Fields of Opportunity 등 고품질 배경음악 5종 탑재, 실시간 미리듣기 및 음성/BGM 믹싱 볼륨 제어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06908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4251960"/>
            <a:ext cx="4626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04. 9:16 모바일 MP4 동영상 생성</a:t>
            </a:r>
          </a:p>
          <a:p>
            <a:pPr>
              <a:spcBef>
                <a:spcPts val="800"/>
              </a:spcBef>
              <a:defRPr sz="1400">
                <a:solidFill>
                  <a:srgbClr val="5A665B"/>
                </a:solidFill>
                <a:latin typeface="Malgun Gothic"/>
              </a:defRPr>
            </a:pPr>
            <a:r>
              <a:t>경북 전용 워터마크 자동 탑재, 캔버스 2D 라이브 렌더링 후 표준 MP4 다운로드 &amp; QR코드 모바일 접속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utfit"/>
              </a:defRPr>
            </a:pPr>
            <a:r>
              <a:t>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65B"/>
                </a:solidFill>
                <a:latin typeface="Malgun Gothic"/>
              </a:defRPr>
            </a:pPr>
            <a:r>
              <a:t>|  SERVICE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A2E26"/>
                </a:solidFill>
                <a:latin typeface="Malgun Gothic"/>
              </a:defRPr>
            </a:pPr>
            <a:r>
              <a:t>현장 담당자 4단계 이용 프로세스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505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084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Outfit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084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E26"/>
                </a:solidFill>
                <a:latin typeface="Malgun Gothic"/>
              </a:defRPr>
            </a:pPr>
            <a:r>
              <a:t>사진 첨부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0848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농업재해 피해 사진 또는 작물 대응 가이드 이미지를 순서대로 업로드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1645920"/>
            <a:ext cx="24505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920240"/>
            <a:ext cx="2084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Outfit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468880"/>
            <a:ext cx="2084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E26"/>
                </a:solidFill>
                <a:latin typeface="Malgun Gothic"/>
              </a:defRPr>
            </a:pPr>
            <a:r>
              <a:t>대본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3291840"/>
            <a:ext cx="20848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줄바꿈(엔터) 단위로 자막 문구 작성, 슬라이드별 재생시간 및 위치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645920"/>
            <a:ext cx="24505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20240"/>
            <a:ext cx="2084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Outfit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68880"/>
            <a:ext cx="2084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E26"/>
                </a:solidFill>
                <a:latin typeface="Malgun Gothic"/>
              </a:defRPr>
            </a:pPr>
            <a:r>
              <a:t>음성 &amp; BGM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91840"/>
            <a:ext cx="20848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원하는 AI 보이스 선택, 5종 농정 BGM 및 오디오 사운드 미리듣기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1645920"/>
            <a:ext cx="245059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920240"/>
            <a:ext cx="2084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Outfit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468880"/>
            <a:ext cx="2084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E26"/>
                </a:solidFill>
                <a:latin typeface="Malgun Gothic"/>
              </a:defRPr>
            </a:pPr>
            <a:r>
              <a:t>동영상 다운로드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291840"/>
            <a:ext cx="20848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브라우저 캔버스 자동 생성 후 MP4 다운로드 및 카카오톡/문자 즉시 전파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utfit"/>
              </a:defRPr>
            </a:pPr>
            <a:r>
              <a:t>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65B"/>
                </a:solidFill>
                <a:latin typeface="Malgun Gothic"/>
              </a:defRPr>
            </a:pPr>
            <a:r>
              <a:t>|  TECH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A2E26"/>
                </a:solidFill>
                <a:latin typeface="Malgun Gothic"/>
              </a:defRPr>
            </a:pPr>
            <a:r>
              <a:t>웹앱 기술 아키텍처 및 웹 표준 스택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B634E"/>
                </a:solidFill>
                <a:latin typeface="Malgun Gothic"/>
              </a:defRPr>
            </a:pPr>
            <a:r>
              <a:t>💻 Frontend &amp; Web Standards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Vanilla JavaScript: 라이브러리 의존 없는 초고속 로딩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Canvas 2D API: 9:16 모바일 전용 비디오 렌더링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Web Audio API: 음성+BGM 실시간 스트리밍 &amp; 오디오 믹싱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MediaRecorder API: 웹 브라우저 내 MP4 동영상 인코딩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GOBE Luxury Design: 라이트 모드 고정 및 모바일 반응형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B634E"/>
                </a:solidFill>
                <a:latin typeface="Malgun Gothic"/>
              </a:defRPr>
            </a:pPr>
            <a:r>
              <a:t>⚙️ Backend &amp; Cloud Infrastructure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Python HTTP API Server: 경량 RESTful API 서버 구축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OpenAI Speech REST API: 시머, 오닉스 등 유료 TTS 연동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API Key Security: Base64 인코딩 및 환경변수 안전 관리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24/7 Cloud Deployment: Render Cloud 클라우드 배포</a:t>
            </a:r>
          </a:p>
          <a:p>
            <a:pPr>
              <a:spcBef>
                <a:spcPts val="1000"/>
              </a:spcBef>
              <a:defRPr sz="1400">
                <a:solidFill>
                  <a:srgbClr val="1E261F"/>
                </a:solidFill>
                <a:latin typeface="Malgun Gothic"/>
              </a:defRPr>
            </a:pPr>
            <a:r>
              <a:t>• QR Code Connection: QR코드 스캔만으로 모바일 즉시 접근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utfit"/>
              </a:defRPr>
            </a:pPr>
            <a:r>
              <a:t>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65B"/>
                </a:solidFill>
                <a:latin typeface="Malgun Gothic"/>
              </a:defRPr>
            </a:pPr>
            <a:r>
              <a:t>|  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A2E26"/>
                </a:solidFill>
                <a:latin typeface="Malgun Gothic"/>
              </a:defRPr>
            </a:pPr>
            <a:r>
              <a:t>기존 방식 대비 도입 성과 및 기대효과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797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Outfit"/>
              </a:defRPr>
            </a:pPr>
            <a:r>
              <a:t>95% 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797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E26"/>
                </a:solidFill>
                <a:latin typeface="Malgun Gothic"/>
              </a:defRPr>
            </a:pPr>
            <a:r>
              <a:t>영상 제작 시간 단축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779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기존 1~2시간 소요되던 편집 작업을 단 1~2분으로 단축하여 재해 골든타임 사수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920240"/>
            <a:ext cx="27797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Outfit"/>
              </a:defRPr>
            </a:pPr>
            <a:r>
              <a:t>300% 향상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743200"/>
            <a:ext cx="27797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E26"/>
                </a:solidFill>
                <a:latin typeface="Malgun Gothic"/>
              </a:defRPr>
            </a:pPr>
            <a:r>
              <a:t>농가 정보 전달력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566160"/>
            <a:ext cx="2779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텍스트 대비 시각+음성+자막 융합 콘텐츠로 고령 농업인의 재해 대응 이해도 극대화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20240"/>
            <a:ext cx="27797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Outfit"/>
              </a:defRPr>
            </a:pPr>
            <a:r>
              <a:t>24/7 보급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743200"/>
            <a:ext cx="27797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A2E26"/>
                </a:solidFill>
                <a:latin typeface="Malgun Gothic"/>
              </a:defRPr>
            </a:pPr>
            <a:r>
              <a:t>모바일 대민 전파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566160"/>
            <a:ext cx="2779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QR코드 및 클라우드 URL을 통해 시군 센터 어디서나 365일 즉시 영상 보급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utfit"/>
              </a:defRPr>
            </a:pPr>
            <a:r>
              <a:t>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65B"/>
                </a:solidFill>
                <a:latin typeface="Malgun Gothic"/>
              </a:defRPr>
            </a:pPr>
            <a:r>
              <a:t>|  CONCLUSION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A2E26"/>
                </a:solidFill>
                <a:latin typeface="Malgun Gothic"/>
              </a:defRPr>
            </a:pPr>
            <a:r>
              <a:t>프로젝트 결론 및 향후 발전 로드맵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Malgun Gothic"/>
              </a:defRPr>
            </a:pPr>
            <a:r>
              <a:t>🎯 프로젝트 최종 결론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Malgun Gothic"/>
              </a:defRPr>
            </a:pPr>
            <a:r>
              <a:t>1. 농업 재해 및 병해충 상황 발생 시 현장에서 즉시 활용 가능한 실전형 AI 숏폼 생성 플랫폼을 완성하였습니다.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Malgun Gothic"/>
              </a:defRPr>
            </a:pPr>
            <a:r>
              <a:t>2. 별도 기술이나 연공 없이 몇 번의 클릭으로 제작 가능한 사용자 친화적 UI/UX를 구현하였습니다.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Malgun Gothic"/>
              </a:defRPr>
            </a:pPr>
            <a:r>
              <a:t>3. 향후 발전 로드맵: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Malgun Gothic"/>
              </a:defRPr>
            </a:pPr>
            <a:r>
              <a:t>    • 자동 기상 특보 데이터 연동 숏폼 자동 발송 체계 구축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Malgun Gothic"/>
              </a:defRPr>
            </a:pPr>
            <a:r>
              <a:t>    • 외국인 농업 근로자를 위한 다국어(베트남어, 캄보디아어 등) 음성 자막 지원 확대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  <a:latin typeface="Malgun Gothic"/>
              </a:defRPr>
            </a:pPr>
            <a:r>
              <a:t>    • 경상북도농업기술원과 함께하는 스마트 농정 및 도민 안전 실현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