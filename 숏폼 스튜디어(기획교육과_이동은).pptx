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1" r:id="rId5"/>
    <p:sldId id="267" r:id="rId6"/>
    <p:sldId id="265" r:id="rId7"/>
    <p:sldId id="266" r:id="rId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66271" autoAdjust="0"/>
  </p:normalViewPr>
  <p:slideViewPr>
    <p:cSldViewPr>
      <p:cViewPr varScale="1">
        <p:scale>
          <a:sx n="53" d="100"/>
          <a:sy n="53" d="100"/>
        </p:scale>
        <p:origin x="2046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4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735F9-BB40-4A39-BEBB-EF356B02626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4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BA46B-60ED-4EA3-AFBE-4EE4521B92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75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"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안녕하십니까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기획교육과 </a:t>
            </a:r>
            <a:r>
              <a:rPr lang="ko-KR" altLang="en-US" b="1" i="0" dirty="0" err="1">
                <a:solidFill>
                  <a:srgbClr val="3B3B3B"/>
                </a:solidFill>
                <a:effectLst/>
                <a:latin typeface="Segoe WPC"/>
              </a:rPr>
              <a:t>이동은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제가 만든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웹앱은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**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＇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경상북도농업기술원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AI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스튜디오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'**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쉽게 말씀드리면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농가에 위급한 재해나 병해충이 생겼을 때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단 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1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분 만에 스마트폰으로 보기 편한 </a:t>
            </a:r>
            <a:r>
              <a:rPr lang="ko-KR" altLang="en-US" b="1" i="0" dirty="0" err="1">
                <a:solidFill>
                  <a:srgbClr val="3B3B3B"/>
                </a:solidFill>
                <a:effectLst/>
                <a:latin typeface="Segoe WPC"/>
              </a:rPr>
              <a:t>숏폼을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 자동으로 만들어주는 도구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어려운 전문 기술 없이도 누구나 손쉽게 쓸 수 있도록 만들었는데요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발표 마지막에 직접 작동하는 모습까지 보여드리겠습니다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."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27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"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먼저 이 프로그램을 만들게 된 계기를 말씀드리겠습니다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우리 기술원에서 기상재해나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병해충 등 예방을 위해 농민들에게 안내 문자를 많이 보냅니다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근데 과연 농민들이 문자를 얼마나 볼까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?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하는 의문이 들었습니다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글씨가 길다 보니 가독성이 떨어지고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특히 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연세가 많으신 어르신 농민분들은 글을 읽고 대처하시기가 쉽지 않습니다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영상으로 보는게 좋은데</a:t>
            </a:r>
            <a:endParaRPr lang="ko-KR" altLang="en-US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그렇다고 매번 영상 편집 프로그램을 켜서 목소리를 녹음하고 자막을 만들기엔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</a:p>
          <a:p>
            <a:pPr algn="l"/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급박한 순간에 영상 만들 시간이 턱없이 부족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8721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그럼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..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신속하게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빠르게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쉽게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숏폼을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만들수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있다면 해결되지 않을까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??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하는 생각에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“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스튜디오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”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라는 이 웹 앱을 개발하게 되었습니다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**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'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클릭 몇 번으로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1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분 만에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숏폼을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자동으로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만들수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있어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힘들게 영상 편집을 배울 필요가 전혀 없습니다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만드는데 외주를 줄 필요도 없고 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누구나 사용할 수 있어 예산과 시간 절약에 큰 도움이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될거라고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생각됩니다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359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그럼 사용법을 간략히 설명 드리겠습니다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 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1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단계 현장에서 찍은 사진을 넣습니다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2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단계 알리고자 하는 대본을 작성합니다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단계 음성과 배경음악을 설정하고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4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단계 만들기를 누르면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30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초만에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숏폼이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만들어지고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만들어진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숏폼을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다운로드해서 모든 채널로 즉시 전파하면 끝입니다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상세한 설명은 마지막 시연 때 말씀드리겠습니다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5654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사진을 넣고 글을 쓰기만 하면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 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사진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인공지능 목소리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자막이 자동으로 딱딱 맞물려 </a:t>
            </a:r>
            <a:r>
              <a:rPr lang="ko-KR" altLang="en-US" b="1" i="0" dirty="0" err="1">
                <a:solidFill>
                  <a:srgbClr val="3B3B3B"/>
                </a:solidFill>
                <a:effectLst/>
                <a:latin typeface="Segoe WPC"/>
              </a:rPr>
              <a:t>숏폼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 영상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이 만들어집니다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글자 길이에 맞춰 인공지능이 알아서 자막을 나누고 사진이 넘어가게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맞춰주기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때문에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만든 영상은 바로 카카오톡이나 문자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홈페이지로 농민분들께 보낼 수 있습니다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"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프로그램 구조도 아주 간단합니다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컴퓨터나 스마트폰에서 인터넷 창만 켜면 별도 프로그램 설치 없이 바로 사용할 수 있습니다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글을 입력하면 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진짜 성우처럼 자연스럽고 신뢰감 있는 아나운서 목소리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가 자동으로 나오고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화면에 글씨 자막이 시원하게 떠오릅니다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3315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이 시스템은 단순한 일회성 영상 제작 툴에 그치지 않습니다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 </a:t>
            </a:r>
          </a:p>
          <a:p>
            <a:endParaRPr lang="en-US" altLang="ko-KR" b="0" i="1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1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단계는 지금 완성한 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[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긴급 속보 전파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]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입니다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2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단계는 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[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상시 정보 알림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]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으로 확장하는 것입니다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재해뿐만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아니라 평소에도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농작업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안전 수칙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계절별 농사짓는 법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기술원 교육 안내 같은 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일상적인 영농 정보를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숏폼으로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손쉽게 알리겠습니다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단계 최종 목표는 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[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시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군별 전면 활용과 자동 배포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]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입니다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 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경북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22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개 시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군 기술센터로 모두 확대하고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날씨 특보가 발령되면 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AI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가 알아서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숏폼을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자동으로 만들어 문자와 홈페이지로 싹 보내주는 자동 시스템으로 확장하는 </a:t>
            </a:r>
            <a:r>
              <a:rPr lang="ko-KR" altLang="en-US" b="0" i="0">
                <a:solidFill>
                  <a:srgbClr val="3B3B3B"/>
                </a:solidFill>
                <a:effectLst/>
                <a:latin typeface="Segoe WPC"/>
              </a:rPr>
              <a:t>것입니다</a:t>
            </a:r>
            <a:r>
              <a:rPr lang="en-US" altLang="ko-KR" b="0" i="0">
                <a:solidFill>
                  <a:srgbClr val="3B3B3B"/>
                </a:solidFill>
                <a:effectLst/>
                <a:latin typeface="Segoe WPC"/>
              </a:rPr>
              <a:t>.“</a:t>
            </a: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💡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단계 자동 배포가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100%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가능한 이유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가지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1.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공공 데이터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(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기상청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API)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자동 연동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대한민국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공공데이터포털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(data.go.kr)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에서는 기상청의 **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'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실시간 기상 특보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(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태풍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우박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한파 등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) Open API'**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를 무료로 제공합니다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서버가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5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분마다 날씨 데이터를 확인하다가 경북 지역에 기상 특보가 발령되면 즉시 신호를 감지합니다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2.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이미 구축한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AI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숏폼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자동 생성 엔진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(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핵심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!)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선생님께서 이번 교육을 통해 만드신 바로 이 프로그램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이 텍스트와 이미지로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1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분 만에 동영상을 만드는 엔진입니다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기상 특보 신호가 오면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프로그램이 알아서 **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[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우박 대처 템플릿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]**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을 켜고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AI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성우 목소리와 자막을 넣어 동영상을 자동으로 렌더링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(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생성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)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하게 만들면 끝납니다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/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3.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카카오톡 </a:t>
            </a:r>
            <a:r>
              <a:rPr lang="ko-KR" altLang="en-US" b="0" i="0" dirty="0" err="1">
                <a:solidFill>
                  <a:srgbClr val="3B3B3B"/>
                </a:solidFill>
                <a:effectLst/>
                <a:latin typeface="Segoe WPC"/>
              </a:rPr>
              <a:t>알림톡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 및 문자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API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자동 발송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만들어진 동영상 파일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/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링크를 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카카오 </a:t>
            </a:r>
            <a:r>
              <a:rPr lang="ko-KR" altLang="en-US" b="1" i="0" dirty="0" err="1">
                <a:solidFill>
                  <a:srgbClr val="3B3B3B"/>
                </a:solidFill>
                <a:effectLst/>
                <a:latin typeface="Segoe WPC"/>
              </a:rPr>
              <a:t>알림톡</a:t>
            </a:r>
            <a:r>
              <a:rPr lang="ko-KR" altLang="en-US" b="1" i="0" dirty="0">
                <a:solidFill>
                  <a:srgbClr val="3B3B3B"/>
                </a:solidFill>
                <a:effectLst/>
                <a:latin typeface="Segoe WPC"/>
              </a:rPr>
              <a:t> </a:t>
            </a:r>
            <a:r>
              <a:rPr lang="en-US" altLang="ko-KR" b="1" i="0" dirty="0">
                <a:solidFill>
                  <a:srgbClr val="3B3B3B"/>
                </a:solidFill>
                <a:effectLst/>
                <a:latin typeface="Segoe WPC"/>
              </a:rPr>
              <a:t>API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나 **문자 발송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API(LMS/MMS)**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로 시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군 담당자 및 농가에 순식간에 자동으로 전송할 수 있습니다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pPr algn="l"/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🗣️ 발표 시 심사위원 </a:t>
            </a:r>
            <a:r>
              <a:rPr lang="en-US" altLang="ko-KR" b="0" i="0" dirty="0">
                <a:solidFill>
                  <a:srgbClr val="3B3B3B"/>
                </a:solidFill>
                <a:effectLst/>
                <a:latin typeface="Segoe WPC"/>
              </a:rPr>
              <a:t>Q&amp;A </a:t>
            </a:r>
            <a:r>
              <a:rPr lang="ko-KR" altLang="en-US" b="0" i="0" dirty="0">
                <a:solidFill>
                  <a:srgbClr val="3B3B3B"/>
                </a:solidFill>
                <a:effectLst/>
                <a:latin typeface="Segoe WPC"/>
              </a:rPr>
              <a:t>대비 답변 팁</a:t>
            </a:r>
          </a:p>
          <a:p>
            <a:r>
              <a:rPr lang="ko-KR" altLang="en-US" b="1" dirty="0">
                <a:effectLst/>
              </a:rPr>
              <a:t>심사위원 질문</a:t>
            </a:r>
            <a:r>
              <a:rPr lang="en-US" altLang="ko-KR" dirty="0">
                <a:effectLst/>
              </a:rPr>
              <a:t>: "3</a:t>
            </a:r>
            <a:r>
              <a:rPr lang="ko-KR" altLang="en-US" dirty="0">
                <a:effectLst/>
              </a:rPr>
              <a:t>단계 기상 특보 자동 생성 및 배포가 실제로 가능한 기술인가요</a:t>
            </a:r>
            <a:r>
              <a:rPr lang="en-US" altLang="ko-KR" dirty="0">
                <a:effectLst/>
              </a:rPr>
              <a:t>?"</a:t>
            </a:r>
          </a:p>
          <a:p>
            <a:r>
              <a:rPr lang="ko-KR" altLang="en-US" b="1" dirty="0">
                <a:effectLst/>
              </a:rPr>
              <a:t>이동은 선생님 답변</a:t>
            </a:r>
            <a:r>
              <a:rPr lang="en-US" altLang="ko-KR" dirty="0">
                <a:effectLst/>
              </a:rPr>
              <a:t>:</a:t>
            </a:r>
            <a:br>
              <a:rPr lang="en-US" altLang="ko-KR" dirty="0">
                <a:effectLst/>
              </a:rPr>
            </a:br>
            <a:r>
              <a:rPr lang="en-US" altLang="ko-KR" dirty="0">
                <a:effectLst/>
              </a:rPr>
              <a:t>"</a:t>
            </a:r>
            <a:r>
              <a:rPr lang="ko-KR" altLang="en-US" dirty="0">
                <a:effectLst/>
              </a:rPr>
              <a:t>네</a:t>
            </a:r>
            <a:r>
              <a:rPr lang="en-US" altLang="ko-KR" dirty="0">
                <a:effectLst/>
              </a:rPr>
              <a:t>, 100% </a:t>
            </a:r>
            <a:r>
              <a:rPr lang="ko-KR" altLang="en-US" dirty="0">
                <a:effectLst/>
              </a:rPr>
              <a:t>가능합니다</a:t>
            </a:r>
            <a:r>
              <a:rPr lang="en-US" altLang="ko-KR" dirty="0">
                <a:effectLst/>
              </a:rPr>
              <a:t>!</a:t>
            </a:r>
            <a:br>
              <a:rPr lang="en-US" altLang="ko-KR" dirty="0">
                <a:effectLst/>
              </a:rPr>
            </a:br>
            <a:r>
              <a:rPr lang="ko-KR" altLang="en-US" dirty="0">
                <a:effectLst/>
              </a:rPr>
              <a:t>기상청 공공데이터 </a:t>
            </a:r>
            <a:r>
              <a:rPr lang="en-US" altLang="ko-KR" dirty="0">
                <a:effectLst/>
              </a:rPr>
              <a:t>API</a:t>
            </a:r>
            <a:r>
              <a:rPr lang="ko-KR" altLang="en-US" dirty="0">
                <a:effectLst/>
              </a:rPr>
              <a:t>로 특보를 실시간 감지하고</a:t>
            </a:r>
            <a:r>
              <a:rPr lang="en-US" altLang="ko-KR" dirty="0">
                <a:effectLst/>
              </a:rPr>
              <a:t>, </a:t>
            </a:r>
            <a:r>
              <a:rPr lang="ko-KR" altLang="en-US" b="1" dirty="0">
                <a:effectLst/>
              </a:rPr>
              <a:t>제가 이번에 구축한 </a:t>
            </a:r>
            <a:r>
              <a:rPr lang="en-US" altLang="ko-KR" b="1" dirty="0">
                <a:effectLst/>
              </a:rPr>
              <a:t>AI </a:t>
            </a:r>
            <a:r>
              <a:rPr lang="ko-KR" altLang="en-US" b="1" dirty="0" err="1">
                <a:effectLst/>
              </a:rPr>
              <a:t>숏폼</a:t>
            </a:r>
            <a:r>
              <a:rPr lang="ko-KR" altLang="en-US" b="1" dirty="0">
                <a:effectLst/>
              </a:rPr>
              <a:t> 엔진</a:t>
            </a:r>
            <a:r>
              <a:rPr lang="ko-KR" altLang="en-US" dirty="0">
                <a:effectLst/>
              </a:rPr>
              <a:t>이 텍스트를 받아 동영상을 자동 생성한 뒤</a:t>
            </a:r>
            <a:r>
              <a:rPr lang="en-US" altLang="ko-KR" dirty="0">
                <a:effectLst/>
              </a:rPr>
              <a:t>, </a:t>
            </a:r>
            <a:r>
              <a:rPr lang="ko-KR" altLang="en-US" dirty="0">
                <a:effectLst/>
              </a:rPr>
              <a:t>카카오 </a:t>
            </a:r>
            <a:r>
              <a:rPr lang="ko-KR" altLang="en-US" dirty="0" err="1">
                <a:effectLst/>
              </a:rPr>
              <a:t>알림톡</a:t>
            </a:r>
            <a:r>
              <a:rPr lang="ko-KR" altLang="en-US" dirty="0">
                <a:effectLst/>
              </a:rPr>
              <a:t> </a:t>
            </a:r>
            <a:r>
              <a:rPr lang="en-US" altLang="ko-KR" dirty="0">
                <a:effectLst/>
              </a:rPr>
              <a:t>API</a:t>
            </a:r>
            <a:r>
              <a:rPr lang="ko-KR" altLang="en-US" dirty="0">
                <a:effectLst/>
              </a:rPr>
              <a:t>로 자동 발송하는 구조입니다</a:t>
            </a:r>
            <a:r>
              <a:rPr lang="en-US" altLang="ko-KR" dirty="0">
                <a:effectLst/>
              </a:rPr>
              <a:t>.</a:t>
            </a:r>
            <a:br>
              <a:rPr lang="en-US" altLang="ko-KR" dirty="0">
                <a:effectLst/>
              </a:rPr>
            </a:br>
            <a:r>
              <a:rPr lang="ko-KR" altLang="en-US" dirty="0">
                <a:effectLst/>
              </a:rPr>
              <a:t>핵심인 </a:t>
            </a:r>
            <a:r>
              <a:rPr lang="en-US" altLang="ko-KR" dirty="0">
                <a:effectLst/>
              </a:rPr>
              <a:t>'</a:t>
            </a:r>
            <a:r>
              <a:rPr lang="ko-KR" altLang="en-US" dirty="0">
                <a:effectLst/>
              </a:rPr>
              <a:t>동영상 자동 생성 엔진</a:t>
            </a:r>
            <a:r>
              <a:rPr lang="en-US" altLang="ko-KR" dirty="0">
                <a:effectLst/>
              </a:rPr>
              <a:t>'</a:t>
            </a:r>
            <a:r>
              <a:rPr lang="ko-KR" altLang="en-US" dirty="0">
                <a:effectLst/>
              </a:rPr>
              <a:t>을 제가 이미 구현했기 때문에 연동 체계만 붙이면 바로 서비스할 수 있습니다</a:t>
            </a:r>
            <a:r>
              <a:rPr lang="en-US" altLang="ko-KR" dirty="0">
                <a:effectLst/>
              </a:rPr>
              <a:t>!"</a:t>
            </a:r>
          </a:p>
          <a:p>
            <a:pPr algn="l"/>
            <a:endParaRPr lang="en-US" altLang="ko-KR" b="0" i="0" dirty="0">
              <a:solidFill>
                <a:srgbClr val="3B3B3B"/>
              </a:solidFill>
              <a:effectLst/>
              <a:latin typeface="Segoe WPC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7293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059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ban-shorts.onrender.com/" TargetMode="Externa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E5E2855-F4D1-44CB-8876-D41616FF00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200" y="457200"/>
            <a:ext cx="89916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3"/>
          <a:srcRect r="200" b="5000"/>
          <a:stretch/>
        </p:blipFill>
        <p:spPr>
          <a:xfrm>
            <a:off x="0" y="0"/>
            <a:ext cx="8111744" cy="4565904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2A0E774-A5DD-440A-88C0-9339DC597F99}"/>
              </a:ext>
            </a:extLst>
          </p:cNvPr>
          <p:cNvSpPr/>
          <p:nvPr/>
        </p:nvSpPr>
        <p:spPr>
          <a:xfrm>
            <a:off x="1346200" y="2743200"/>
            <a:ext cx="2590800" cy="762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사진 파일을 여기에 </a:t>
            </a:r>
            <a:r>
              <a:rPr lang="ko-KR" altLang="en-US" sz="1200" b="1" dirty="0" err="1">
                <a:solidFill>
                  <a:schemeClr val="tx1"/>
                </a:solidFill>
              </a:rPr>
              <a:t>끌어다</a:t>
            </a:r>
            <a:r>
              <a:rPr lang="ko-KR" altLang="en-US" sz="1200" b="1" dirty="0">
                <a:solidFill>
                  <a:schemeClr val="tx1"/>
                </a:solidFill>
              </a:rPr>
              <a:t> 놓거나 터치</a:t>
            </a:r>
            <a:r>
              <a:rPr lang="en-US" altLang="ko-KR" sz="1200" b="1" dirty="0">
                <a:solidFill>
                  <a:schemeClr val="tx1"/>
                </a:solidFill>
              </a:rPr>
              <a:t>/</a:t>
            </a:r>
            <a:r>
              <a:rPr lang="ko-KR" altLang="en-US" sz="1200" b="1" dirty="0">
                <a:solidFill>
                  <a:schemeClr val="tx1"/>
                </a:solidFill>
              </a:rPr>
              <a:t>클릭하세요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권장 파일 형식</a:t>
            </a:r>
            <a:r>
              <a:rPr lang="en-US" altLang="ko-KR" sz="1200" b="1" dirty="0">
                <a:solidFill>
                  <a:schemeClr val="tx1"/>
                </a:solidFill>
              </a:rPr>
              <a:t>: JPG,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PNG,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HEIC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4175501-F8F3-47A6-A001-5EC544011F5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0" b="4453"/>
          <a:stretch/>
        </p:blipFill>
        <p:spPr>
          <a:xfrm>
            <a:off x="8095488" y="-1"/>
            <a:ext cx="8111744" cy="4578097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43069A8D-460D-4E2E-A285-2BE1E4EB27A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00" b="4068"/>
          <a:stretch/>
        </p:blipFill>
        <p:spPr>
          <a:xfrm>
            <a:off x="-25400" y="4565904"/>
            <a:ext cx="8153400" cy="4578096"/>
          </a:xfrm>
          <a:prstGeom prst="rect">
            <a:avLst/>
          </a:prstGeom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E74B7115-5377-49D6-9A9C-BE10292D3A1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200" b="2372"/>
          <a:stretch/>
        </p:blipFill>
        <p:spPr>
          <a:xfrm>
            <a:off x="8111744" y="4517136"/>
            <a:ext cx="8111744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50FD9C7-D306-4F83-9586-5D5812EEC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580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76"/>
            <a:ext cx="16256000" cy="92202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59050C-5252-4BC5-B46C-AEBE6C4261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550" y="2133599"/>
            <a:ext cx="5530850" cy="54531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814263-8DDC-43C5-9177-00CB643402F0}"/>
              </a:ext>
            </a:extLst>
          </p:cNvPr>
          <p:cNvSpPr txBox="1"/>
          <p:nvPr/>
        </p:nvSpPr>
        <p:spPr>
          <a:xfrm>
            <a:off x="3657600" y="8229600"/>
            <a:ext cx="8942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3200" b="1" u="sng">
                <a:solidFill>
                  <a:schemeClr val="accent6">
                    <a:lumMod val="75000"/>
                  </a:schemeClr>
                </a:solidFill>
                <a:latin typeface="Malgun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https://gban-shorts.onrender.com/</a:t>
            </a:r>
            <a:endParaRPr lang="ko-KR" altLang="en-US" sz="66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705</Words>
  <Application>Microsoft Office PowerPoint</Application>
  <PresentationFormat>사용자 지정</PresentationFormat>
  <Paragraphs>71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Segoe WPC</vt:lpstr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dongeun lee</cp:lastModifiedBy>
  <cp:revision>18</cp:revision>
  <cp:lastPrinted>2026-07-28T10:55:15Z</cp:lastPrinted>
  <dcterms:created xsi:type="dcterms:W3CDTF">2006-08-16T00:00:00Z</dcterms:created>
  <dcterms:modified xsi:type="dcterms:W3CDTF">2026-07-28T11:01:40Z</dcterms:modified>
</cp:coreProperties>
</file>