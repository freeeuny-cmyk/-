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76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735F9-BB40-4A39-BEBB-EF356B026260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BA46B-60ED-4EA3-AFBE-4EE4521B9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755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i="1" dirty="0">
                <a:solidFill>
                  <a:srgbClr val="3B3B3B"/>
                </a:solidFill>
                <a:effectLst/>
                <a:latin typeface="Segoe WPC"/>
              </a:rPr>
              <a:t>이 시스템은 단순한 일회성 영상 제작 툴에 그치지 않습니다</a:t>
            </a:r>
            <a:r>
              <a:rPr lang="en-US" altLang="ko-KR" b="0" i="1" dirty="0">
                <a:solidFill>
                  <a:srgbClr val="3B3B3B"/>
                </a:solidFill>
                <a:effectLst/>
                <a:latin typeface="Segoe WPC"/>
              </a:rPr>
              <a:t>. 1</a:t>
            </a:r>
            <a:r>
              <a:rPr lang="ko-KR" altLang="en-US" b="0" i="1" dirty="0">
                <a:solidFill>
                  <a:srgbClr val="3B3B3B"/>
                </a:solidFill>
                <a:effectLst/>
                <a:latin typeface="Segoe WPC"/>
              </a:rPr>
              <a:t>단계 긴급 속보 전파 시스템을 시작으로</a:t>
            </a:r>
            <a:r>
              <a:rPr lang="en-US" altLang="ko-KR" b="0" i="1" dirty="0">
                <a:solidFill>
                  <a:srgbClr val="3B3B3B"/>
                </a:solidFill>
                <a:effectLst/>
                <a:latin typeface="Segoe WPC"/>
              </a:rPr>
              <a:t>, 2</a:t>
            </a:r>
            <a:r>
              <a:rPr lang="ko-KR" altLang="en-US" b="0" i="1" dirty="0">
                <a:solidFill>
                  <a:srgbClr val="3B3B3B"/>
                </a:solidFill>
                <a:effectLst/>
                <a:latin typeface="Segoe WPC"/>
              </a:rPr>
              <a:t>단계 영농 안전 교육</a:t>
            </a:r>
            <a:r>
              <a:rPr lang="en-US" altLang="ko-KR" b="0" i="1" dirty="0">
                <a:solidFill>
                  <a:srgbClr val="3B3B3B"/>
                </a:solidFill>
                <a:effectLst/>
                <a:latin typeface="Segoe WPC"/>
              </a:rPr>
              <a:t>, </a:t>
            </a:r>
            <a:r>
              <a:rPr lang="ko-KR" altLang="en-US" b="0" i="1" dirty="0">
                <a:solidFill>
                  <a:srgbClr val="3B3B3B"/>
                </a:solidFill>
                <a:effectLst/>
                <a:latin typeface="Segoe WPC"/>
              </a:rPr>
              <a:t>그리고 </a:t>
            </a:r>
            <a:r>
              <a:rPr lang="en-US" altLang="ko-KR" b="0" i="1" dirty="0">
                <a:solidFill>
                  <a:srgbClr val="3B3B3B"/>
                </a:solidFill>
                <a:effectLst/>
                <a:latin typeface="Segoe WPC"/>
              </a:rPr>
              <a:t>3</a:t>
            </a:r>
            <a:r>
              <a:rPr lang="ko-KR" altLang="en-US" b="0" i="1" dirty="0">
                <a:solidFill>
                  <a:srgbClr val="3B3B3B"/>
                </a:solidFill>
                <a:effectLst/>
                <a:latin typeface="Segoe WPC"/>
              </a:rPr>
              <a:t>단계 </a:t>
            </a:r>
            <a:r>
              <a:rPr lang="en-US" altLang="ko-KR" b="0" i="1" dirty="0">
                <a:solidFill>
                  <a:srgbClr val="3B3B3B"/>
                </a:solidFill>
                <a:effectLst/>
                <a:latin typeface="Segoe WPC"/>
              </a:rPr>
              <a:t>22</a:t>
            </a:r>
            <a:r>
              <a:rPr lang="ko-KR" altLang="en-US" b="0" i="1" dirty="0">
                <a:solidFill>
                  <a:srgbClr val="3B3B3B"/>
                </a:solidFill>
                <a:effectLst/>
                <a:latin typeface="Segoe WPC"/>
              </a:rPr>
              <a:t>개 시</a:t>
            </a:r>
            <a:r>
              <a:rPr lang="en-US" altLang="ko-KR" b="0" i="1" dirty="0">
                <a:solidFill>
                  <a:srgbClr val="3B3B3B"/>
                </a:solidFill>
                <a:effectLst/>
                <a:latin typeface="Segoe WPC"/>
              </a:rPr>
              <a:t>·</a:t>
            </a:r>
            <a:r>
              <a:rPr lang="ko-KR" altLang="en-US" b="0" i="1" dirty="0">
                <a:solidFill>
                  <a:srgbClr val="3B3B3B"/>
                </a:solidFill>
                <a:effectLst/>
                <a:latin typeface="Segoe WPC"/>
              </a:rPr>
              <a:t>군을 아우르는 다채널 자동 배포 종합 농업 허브 플랫폼으로 확장할 수 있는 명확하고 현실적인 기술적 구조를 갖추고 있습니다</a:t>
            </a:r>
            <a:r>
              <a:rPr lang="en-US" altLang="ko-KR" b="0" i="1" dirty="0">
                <a:solidFill>
                  <a:srgbClr val="3B3B3B"/>
                </a:solidFill>
                <a:effectLst/>
                <a:latin typeface="Segoe WPC"/>
              </a:rPr>
              <a:t>."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BA46B-60ED-4EA3-AFBE-4EE4521B92C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729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BA46B-60ED-4EA3-AFBE-4EE4521B92C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05917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hyperlink" Target="https://gban-shorts.onrende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E5E2855-F4D1-44CB-8876-D41616FF0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200" y="457200"/>
            <a:ext cx="8991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76"/>
            <a:ext cx="16256000" cy="92202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559050C-5252-4BC5-B46C-AEBE6C4261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300" y="1930400"/>
            <a:ext cx="5422900" cy="5346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814263-8DDC-43C5-9177-00CB643402F0}"/>
              </a:ext>
            </a:extLst>
          </p:cNvPr>
          <p:cNvSpPr txBox="1"/>
          <p:nvPr/>
        </p:nvSpPr>
        <p:spPr>
          <a:xfrm>
            <a:off x="3657600" y="7772400"/>
            <a:ext cx="8942832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400" b="1" u="sng">
                <a:solidFill>
                  <a:srgbClr val="0563C1"/>
                </a:solidFill>
                <a:latin typeface="Malgun Gothic"/>
                <a:hlinkClick r:id="rId5"/>
              </a:rPr>
              <a:t>https://gban-shorts.onrender.com/</a:t>
            </a:r>
            <a:endParaRPr lang="ko-KR" altLang="en-US" sz="5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59</Words>
  <Application>Microsoft Office PowerPoint</Application>
  <PresentationFormat>사용자 지정</PresentationFormat>
  <Paragraphs>4</Paragraphs>
  <Slides>10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Segoe WPC</vt:lpstr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dongeun lee</cp:lastModifiedBy>
  <cp:revision>6</cp:revision>
  <dcterms:created xsi:type="dcterms:W3CDTF">2006-08-16T00:00:00Z</dcterms:created>
  <dcterms:modified xsi:type="dcterms:W3CDTF">2026-07-28T08:28:06Z</dcterms:modified>
</cp:coreProperties>
</file>