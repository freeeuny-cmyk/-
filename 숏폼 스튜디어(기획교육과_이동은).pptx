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7" r:id="rId5"/>
    <p:sldId id="261" r:id="rId6"/>
    <p:sldId id="262" r:id="rId7"/>
    <p:sldId id="263" r:id="rId8"/>
    <p:sldId id="268" r:id="rId9"/>
    <p:sldId id="265" r:id="rId10"/>
    <p:sldId id="266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768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735F9-BB40-4A39-BEBB-EF356B02626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BA46B-60ED-4EA3-AFBE-4EE4521B92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75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3315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이 시스템은 단순한 일회성 영상 제작 툴에 그치지 않습니다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. 1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단계 긴급 속보 전파 시스템을 시작으로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, 2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단계 영농 안전 교육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그리고 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3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단계 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22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개 시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군을 아우르는 다채널 자동 배포 종합 농업 허브 플랫폼으로 확장할 수 있는 명확하고 현실적인 기술적 구조를 갖추고 있습니다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729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059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ban-shorts.onrender.com/" TargetMode="Externa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E5E2855-F4D1-44CB-8876-D41616FF0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200" y="457200"/>
            <a:ext cx="89916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DD0CB35-246A-4028-9A9D-21AB61FE1D8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5" t="19167" r="8472" b="12500"/>
          <a:stretch/>
        </p:blipFill>
        <p:spPr>
          <a:xfrm>
            <a:off x="279400" y="1219200"/>
            <a:ext cx="1889667" cy="3162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50FD9C7-D306-4F83-9586-5D5812EEC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580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2A0E774-A5DD-440A-88C0-9339DC597F99}"/>
              </a:ext>
            </a:extLst>
          </p:cNvPr>
          <p:cNvSpPr/>
          <p:nvPr/>
        </p:nvSpPr>
        <p:spPr>
          <a:xfrm>
            <a:off x="2946400" y="5486400"/>
            <a:ext cx="48006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사진 파일을 여기에 </a:t>
            </a:r>
            <a:r>
              <a:rPr lang="ko-KR" altLang="en-US" sz="1600" b="1" dirty="0" err="1">
                <a:solidFill>
                  <a:schemeClr val="tx1"/>
                </a:solidFill>
              </a:rPr>
              <a:t>끌어다</a:t>
            </a:r>
            <a:r>
              <a:rPr lang="ko-KR" altLang="en-US" sz="1600" b="1" dirty="0">
                <a:solidFill>
                  <a:schemeClr val="tx1"/>
                </a:solidFill>
              </a:rPr>
              <a:t> 놓거나 터치</a:t>
            </a:r>
            <a:r>
              <a:rPr lang="en-US" altLang="ko-KR" sz="1600" b="1" dirty="0">
                <a:solidFill>
                  <a:schemeClr val="tx1"/>
                </a:solidFill>
              </a:rPr>
              <a:t>/</a:t>
            </a:r>
            <a:r>
              <a:rPr lang="ko-KR" altLang="en-US" sz="1600" b="1" dirty="0">
                <a:solidFill>
                  <a:schemeClr val="tx1"/>
                </a:solidFill>
              </a:rPr>
              <a:t>클릭하세요</a:t>
            </a:r>
            <a:endParaRPr lang="en-US" altLang="ko-KR" sz="16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권장 파일 형식</a:t>
            </a:r>
            <a:r>
              <a:rPr lang="en-US" altLang="ko-KR" sz="1600" b="1" dirty="0">
                <a:solidFill>
                  <a:schemeClr val="tx1"/>
                </a:solidFill>
              </a:rPr>
              <a:t>: JPG,</a:t>
            </a:r>
            <a:r>
              <a:rPr lang="ko-KR" altLang="en-US" sz="1600" b="1" dirty="0">
                <a:solidFill>
                  <a:schemeClr val="tx1"/>
                </a:solidFill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</a:rPr>
              <a:t>PNG,</a:t>
            </a:r>
            <a:r>
              <a:rPr lang="ko-KR" altLang="en-US" sz="1600" b="1" dirty="0">
                <a:solidFill>
                  <a:schemeClr val="tx1"/>
                </a:solidFill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</a:rPr>
              <a:t>HEIC</a:t>
            </a:r>
            <a:endParaRPr lang="ko-KR" altLang="en-US" sz="16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E87D2FA-47A4-44E0-8D61-70C3111D4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35138C46-ABCB-4725-8F83-3BDCF51D6DD5}"/>
              </a:ext>
            </a:extLst>
          </p:cNvPr>
          <p:cNvGrpSpPr/>
          <p:nvPr/>
        </p:nvGrpSpPr>
        <p:grpSpPr>
          <a:xfrm>
            <a:off x="2413000" y="3241589"/>
            <a:ext cx="1468910" cy="720811"/>
            <a:chOff x="2413000" y="3241589"/>
            <a:chExt cx="1468910" cy="720811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3029EA1-46EB-4A4F-AF5A-7BA76FC42D8D}"/>
                </a:ext>
              </a:extLst>
            </p:cNvPr>
            <p:cNvSpPr/>
            <p:nvPr/>
          </p:nvSpPr>
          <p:spPr>
            <a:xfrm>
              <a:off x="2413000" y="3241589"/>
              <a:ext cx="1468910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문자</a:t>
              </a:r>
              <a:r>
                <a:rPr lang="en-US" altLang="ko-KR" b="1" dirty="0">
                  <a:solidFill>
                    <a:schemeClr val="tx1"/>
                  </a:solidFill>
                </a:rPr>
                <a:t>/</a:t>
              </a:r>
              <a:r>
                <a:rPr lang="ko-KR" altLang="en-US" b="1" dirty="0">
                  <a:solidFill>
                    <a:schemeClr val="tx1"/>
                  </a:solidFill>
                </a:rPr>
                <a:t>메신저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F4AE5C4-5E3F-495A-B46E-C9CAC7B352D9}"/>
                </a:ext>
              </a:extLst>
            </p:cNvPr>
            <p:cNvSpPr/>
            <p:nvPr/>
          </p:nvSpPr>
          <p:spPr>
            <a:xfrm>
              <a:off x="2766455" y="3548449"/>
              <a:ext cx="762000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전송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937EE8E-53AA-4F03-ACD9-6E13EA9F9578}"/>
              </a:ext>
            </a:extLst>
          </p:cNvPr>
          <p:cNvGrpSpPr/>
          <p:nvPr/>
        </p:nvGrpSpPr>
        <p:grpSpPr>
          <a:xfrm>
            <a:off x="11471876" y="2920314"/>
            <a:ext cx="1609124" cy="663147"/>
            <a:chOff x="11471876" y="2920314"/>
            <a:chExt cx="1609124" cy="663147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9170921-6CA9-4575-9E4E-5A10C37B395F}"/>
                </a:ext>
              </a:extLst>
            </p:cNvPr>
            <p:cNvSpPr/>
            <p:nvPr/>
          </p:nvSpPr>
          <p:spPr>
            <a:xfrm>
              <a:off x="11471876" y="2920314"/>
              <a:ext cx="1609124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기관 홈페이지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8CEB02ED-610B-40F6-A88A-33B8DAD0C26A}"/>
                </a:ext>
              </a:extLst>
            </p:cNvPr>
            <p:cNvSpPr/>
            <p:nvPr/>
          </p:nvSpPr>
          <p:spPr>
            <a:xfrm>
              <a:off x="11705967" y="3276600"/>
              <a:ext cx="1173205" cy="3068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즉시 게재</a:t>
              </a: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A2FA8AF-6F17-45BB-A2FC-04C2A75F3282}"/>
              </a:ext>
            </a:extLst>
          </p:cNvPr>
          <p:cNvGrpSpPr/>
          <p:nvPr/>
        </p:nvGrpSpPr>
        <p:grpSpPr>
          <a:xfrm>
            <a:off x="12965755" y="6060475"/>
            <a:ext cx="1468910" cy="778474"/>
            <a:chOff x="12965755" y="6060475"/>
            <a:chExt cx="1468910" cy="778474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02B9C7-F50A-466D-AD15-4F435A803620}"/>
                </a:ext>
              </a:extLst>
            </p:cNvPr>
            <p:cNvSpPr/>
            <p:nvPr/>
          </p:nvSpPr>
          <p:spPr>
            <a:xfrm>
              <a:off x="12965755" y="6060475"/>
              <a:ext cx="1468910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200" b="1" dirty="0">
                  <a:solidFill>
                    <a:schemeClr val="tx1"/>
                  </a:solidFill>
                </a:rPr>
                <a:t>SNS</a:t>
              </a:r>
              <a:r>
                <a:rPr lang="en-US" altLang="ko-KR" b="1" dirty="0">
                  <a:solidFill>
                    <a:schemeClr val="tx1"/>
                  </a:solidFill>
                </a:rPr>
                <a:t> </a:t>
              </a:r>
              <a:r>
                <a:rPr lang="ko-KR" altLang="en-US" b="1" dirty="0">
                  <a:solidFill>
                    <a:schemeClr val="tx1"/>
                  </a:solidFill>
                </a:rPr>
                <a:t>실시간</a:t>
              </a: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C36BDCC-2D23-486D-B73D-4B69D559FF1B}"/>
                </a:ext>
              </a:extLst>
            </p:cNvPr>
            <p:cNvSpPr/>
            <p:nvPr/>
          </p:nvSpPr>
          <p:spPr>
            <a:xfrm>
              <a:off x="13240950" y="6424998"/>
              <a:ext cx="918520" cy="4139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chemeClr val="tx1"/>
                  </a:solidFill>
                </a:rPr>
                <a:t>업로드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0407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76"/>
            <a:ext cx="16256000" cy="92202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559050C-5252-4BC5-B46C-AEBE6C4261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550" y="2133599"/>
            <a:ext cx="5530850" cy="54531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814263-8DDC-43C5-9177-00CB643402F0}"/>
              </a:ext>
            </a:extLst>
          </p:cNvPr>
          <p:cNvSpPr txBox="1"/>
          <p:nvPr/>
        </p:nvSpPr>
        <p:spPr>
          <a:xfrm>
            <a:off x="3657600" y="8229600"/>
            <a:ext cx="8942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3200" b="1" u="sng">
                <a:solidFill>
                  <a:schemeClr val="accent6">
                    <a:lumMod val="75000"/>
                  </a:schemeClr>
                </a:solidFill>
                <a:latin typeface="Malgun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https://gban-shorts.onrender.com/</a:t>
            </a:r>
            <a:endParaRPr lang="ko-KR" altLang="en-US" sz="66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89</Words>
  <Application>Microsoft Office PowerPoint</Application>
  <PresentationFormat>사용자 지정</PresentationFormat>
  <Paragraphs>13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Segoe WPC</vt:lpstr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dongeun lee</cp:lastModifiedBy>
  <cp:revision>10</cp:revision>
  <dcterms:created xsi:type="dcterms:W3CDTF">2006-08-16T00:00:00Z</dcterms:created>
  <dcterms:modified xsi:type="dcterms:W3CDTF">2026-07-28T09:16:20Z</dcterms:modified>
</cp:coreProperties>
</file>