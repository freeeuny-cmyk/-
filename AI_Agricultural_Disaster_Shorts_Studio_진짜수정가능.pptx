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경상북도농업기술원 AI 데이터 전문인재 양성교육 팀프로젝트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농업재해 및 병해충 긴급 전파를 위한</a:t>
            </a:r>
            <a:br/>
            <a:r>
              <a:t>AI 숏츠(Shorts) 자동 생성기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E1D2"/>
                </a:solidFill>
                <a:latin typeface="Malgun Gothic"/>
              </a:defRPr>
            </a:pPr>
            <a:r>
              <a:t>부제: 기존 텍스트 문자의 한계를 극복하는 고가독성 재해 대응 속보 제작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• 팀 대표: 이동은    • 팀원: 김영아, 이미향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STEP 1. 사용자 행동 기반 결핍 정의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기존 농업재해 문자(LMS)의 한계와 새로운 해결책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2626"/>
                </a:solidFill>
                <a:latin typeface="Malgun Gothic"/>
              </a:defRPr>
            </a:pPr>
            <a:r>
              <a:t>🚨 기존 텍스트 긴급문자의 한계</a:t>
            </a:r>
          </a:p>
          <a:p>
            <a:pPr>
              <a:defRPr sz="1500">
                <a:solidFill>
                  <a:srgbClr val="1E261F"/>
                </a:solidFill>
                <a:latin typeface="Malgun Gothic"/>
              </a:defRPr>
            </a:pPr>
            <a:r>
              <a:t>• 긴 장문의 텍스트 위주 공지로 가독성 저하</a:t>
            </a:r>
          </a:p>
          <a:p>
            <a:pPr>
              <a:defRPr sz="1500">
                <a:solidFill>
                  <a:srgbClr val="1E261F"/>
                </a:solidFill>
                <a:latin typeface="Malgun Gothic"/>
              </a:defRPr>
            </a:pPr>
            <a:r>
              <a:t>• 고령 농업인 등 시각/디지털 취약 계층의 정보 이탈</a:t>
            </a:r>
          </a:p>
          <a:p>
            <a:pPr>
              <a:defRPr sz="1500">
                <a:solidFill>
                  <a:srgbClr val="1E261F"/>
                </a:solidFill>
                <a:latin typeface="Malgun Gothic"/>
              </a:defRPr>
            </a:pPr>
            <a:r>
              <a:t>• 텍스트만으로는 현장 사진 및 행동 요령 직관적 전달 불가능</a:t>
            </a:r>
          </a:p>
          <a:p>
            <a:pPr>
              <a:defRPr sz="1500">
                <a:solidFill>
                  <a:srgbClr val="1E261F"/>
                </a:solidFill>
                <a:latin typeface="Malgun Gothic"/>
              </a:defRPr>
            </a:pPr>
            <a:r>
              <a:t>• 긴급 상황 발생 시 빠른 전파 효과 미흡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Malgun Gothic"/>
              </a:defRPr>
            </a:pPr>
            <a:r>
              <a:t>💡 AI 숏츠 자동 생성기의 혁신</a:t>
            </a:r>
          </a:p>
          <a:p>
            <a:pPr>
              <a:defRPr sz="1500">
                <a:solidFill>
                  <a:srgbClr val="1E261F"/>
                </a:solidFill>
                <a:latin typeface="Malgun Gothic"/>
              </a:defRPr>
            </a:pPr>
            <a:r>
              <a:t>✔ 사진 + 대본 텍스트 입력만으로 1~2분 만에 숏폼 자동 제작</a:t>
            </a:r>
          </a:p>
          <a:p>
            <a:pPr>
              <a:defRPr sz="1500">
                <a:solidFill>
                  <a:srgbClr val="1E261F"/>
                </a:solidFill>
                <a:latin typeface="Malgun Gothic"/>
              </a:defRPr>
            </a:pPr>
            <a:r>
              <a:t>✔ 자막 + 고품질 한국어 AI 음성(TTS) + BGM 복합 제공</a:t>
            </a:r>
          </a:p>
          <a:p>
            <a:pPr>
              <a:defRPr sz="1500">
                <a:solidFill>
                  <a:srgbClr val="1E261F"/>
                </a:solidFill>
                <a:latin typeface="Malgun Gothic"/>
              </a:defRPr>
            </a:pPr>
            <a:r>
              <a:t>✔ 고령 농가도 한눈에 이해하는 직관적 9:16 세로형 숏츠 포맷</a:t>
            </a:r>
          </a:p>
          <a:p>
            <a:pPr>
              <a:defRPr sz="1500">
                <a:solidFill>
                  <a:srgbClr val="1E261F"/>
                </a:solidFill>
                <a:latin typeface="Malgun Gothic"/>
              </a:defRPr>
            </a:pPr>
            <a:r>
              <a:t>✔ 기술원 담당자가 손쉽게 대민 신속 전파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PROJECT GOALS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프로젝트 3대 핵심 추진 목표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Outfit"/>
              </a:defRPr>
            </a:pPr>
            <a:r>
              <a:t>GOAL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E26"/>
                </a:solidFill>
                <a:latin typeface="Malgun Gothic"/>
              </a:defRPr>
            </a:pPr>
            <a:r>
              <a:t>정보 전달력 극대화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가독성이 떨어지는 기존 텍스트 위주 공지를 숏츠 영상으로 대체하여 농가의 재해 대응 이해도 300% 향상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19202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Outfit"/>
              </a:defRPr>
            </a:pPr>
            <a:r>
              <a:t>GOAL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E26"/>
                </a:solidFill>
                <a:latin typeface="Malgun Gothic"/>
              </a:defRPr>
            </a:pPr>
            <a:r>
              <a:t>취약계층 접근성 강화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3832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고령 농업인 등 visual/audio 정보가 필요한 농민에게 이미지+자막+AI음성(TTS)을 동시 제공하여 재해 피해 최소화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9202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Outfit"/>
              </a:defRPr>
            </a:pPr>
            <a:r>
              <a:t>GOAL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560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E26"/>
                </a:solidFill>
                <a:latin typeface="Malgun Gothic"/>
              </a:defRPr>
            </a:pPr>
            <a:r>
              <a:t>1~2분 초스피드 제작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3832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기술원 담당자가 별도 영상 편집 기술 없이 몇 번의 클릭만으로 대민 전파용 숏폼을 즉시 제작 및 배포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TARGET USERS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타겟 사용자 및 업무 시나리오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2E26"/>
                </a:solidFill>
                <a:latin typeface="Malgun Gothic"/>
              </a:defRPr>
            </a:pPr>
            <a:r>
              <a:t>👤 주요 사용자: 경상북도농업기술원 및 시군 농업기술센터 담당 공무원</a:t>
            </a:r>
          </a:p>
          <a:p>
            <a:pPr>
              <a:defRPr sz="1600">
                <a:solidFill>
                  <a:srgbClr val="1E261F"/>
                </a:solidFill>
                <a:latin typeface="Malgun Gothic"/>
              </a:defRPr>
            </a:pPr>
          </a:p>
          <a:p>
            <a:pPr>
              <a:defRPr sz="1600">
                <a:solidFill>
                  <a:srgbClr val="1E261F"/>
                </a:solidFill>
                <a:latin typeface="Malgun Gothic"/>
              </a:defRPr>
            </a:pPr>
            <a:r>
              <a:t>• 주요 업무: 농업재해(태풍, 냉해, 가뭄 등) 및 병해충 예찰/발생 시 농가 행동요령 긴급 공지</a:t>
            </a:r>
          </a:p>
          <a:p>
            <a:pPr>
              <a:defRPr sz="1600">
                <a:solidFill>
                  <a:srgbClr val="1E261F"/>
                </a:solidFill>
                <a:latin typeface="Malgun Gothic"/>
              </a:defRPr>
            </a:pPr>
            <a:r>
              <a:t>• 기존 페인포인트:</a:t>
            </a:r>
          </a:p>
          <a:p>
            <a:pPr>
              <a:defRPr sz="1600">
                <a:solidFill>
                  <a:srgbClr val="1E261F"/>
                </a:solidFill>
                <a:latin typeface="Malgun Gothic"/>
              </a:defRPr>
            </a:pPr>
            <a:r>
              <a:t>    - 재해 발생 시마다 반복적인 문자 공지글 및 포맷팅 작업 수행</a:t>
            </a:r>
          </a:p>
          <a:p>
            <a:pPr>
              <a:defRPr sz="1600">
                <a:solidFill>
                  <a:srgbClr val="1E261F"/>
                </a:solidFill>
                <a:latin typeface="Malgun Gothic"/>
              </a:defRPr>
            </a:pPr>
            <a:r>
              <a:t>    - 전문 영상 편집 프로그램(프리미어 등) 사용 숙련도 부족으로 즉각적 영상 제작 불가능</a:t>
            </a:r>
          </a:p>
          <a:p>
            <a:pPr>
              <a:defRPr sz="1600">
                <a:solidFill>
                  <a:srgbClr val="1E261F"/>
                </a:solidFill>
                <a:latin typeface="Malgun Gothic"/>
              </a:defRPr>
            </a:pPr>
            <a:r>
              <a:t>• 숏폼 스튜디오 도입 후:</a:t>
            </a:r>
          </a:p>
          <a:p>
            <a:pPr>
              <a:defRPr sz="1600">
                <a:solidFill>
                  <a:srgbClr val="1E261F"/>
                </a:solidFill>
                <a:latin typeface="Malgun Gothic"/>
              </a:defRPr>
            </a:pPr>
            <a:r>
              <a:t>    - 웹 브라우저 접속 후 사진 첨부 + 문구 입력으로 1분 만에 숏폼 동영상 완성</a:t>
            </a:r>
          </a:p>
          <a:p>
            <a:pPr>
              <a:defRPr sz="1600">
                <a:solidFill>
                  <a:srgbClr val="1E261F"/>
                </a:solidFill>
                <a:latin typeface="Malgun Gothic"/>
              </a:defRPr>
            </a:pPr>
            <a:r>
              <a:t>    - 생성된 MP4 영상 파일을 카카오톡, 재난안전 문자, SNS, 홈페이지로 즉시 전파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SYSTEM FEATURES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GBAN AI 숏폼 퀵스튜디오 핵심 기능 4가지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268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01. 드래그앤드롭 사진 업로드</a:t>
            </a:r>
          </a:p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현장 피해 사진 및 대응 행동요령 순서를 자유롭게 드래그하여 배치 및 변경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45920"/>
            <a:ext cx="517550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1828800"/>
            <a:ext cx="46268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02. 자동 자막 분할 &amp; 스타일</a:t>
            </a:r>
          </a:p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엔터(줄바꿈) 단위로 자막 자동 매칭, 자막 위치/색상/크기/재생시간 자율 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7550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6268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03. 고품질 한국어 AI 음성 (TTS)</a:t>
            </a:r>
          </a:p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OpenAI 시머/노바/오닉스 등 고품질 유료 목소리 및 무제한 무료 음성 선택 지원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4023360"/>
            <a:ext cx="5175504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206240"/>
            <a:ext cx="462686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04. 9:16 모바일 숏폼 MP4 다운로드</a:t>
            </a:r>
          </a:p>
          <a:p>
            <a:pPr>
              <a:defRPr sz="1400">
                <a:solidFill>
                  <a:srgbClr val="5A665B"/>
                </a:solidFill>
                <a:latin typeface="Malgun Gothic"/>
              </a:defRPr>
            </a:pPr>
            <a:r>
              <a:t>경북 전용 워터마크 자동 삽입, BGM 오디오 믹싱, 표준 MP4 동영상 렌더링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FEATURE 01 ]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슬라이드별 자동 자막 및 시간 동기화 기술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줄바꿈(엔터) 기준으로 자막과 이미지가 1:1 매칭되는 직관적 슬라이드 매핑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자막 위치(상단/중앙/하단), 글자 색상, 폰트 크기 실시간 변경 가능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슬라이드별 최적 딜레이 계산으로 영상 시각적 안정성 보장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FEATURE 02 ]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한국어 AI 음성(TTS) &amp; 배경음악 오디오 믹싱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OpenAI TTS (Shimmer, Nova, Alloy, Onyx, Echo, Fable) 연동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5가지 전용 농정 BGM (Fields of Opportunity, 푸른 들녘의 혁신 등) 탑재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음성 속도(0.5x~2.0x) 및 BGM 볼륨 조절 기능 제공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FEATURE 03 ]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경상북도 워터마크 및 모바일 시뮬레이터 캔버스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경상북도 공식 Emblem 상단/하단 워터마크 자동 렌더링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모바일 스마트폰 9:16 종횡비 직관적 실시간 라이브 시뮬레이션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제작 전 음성+BGM 개별/합동 사운드 미리듣기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ARCHITECTURE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시스템 구조 및 웹표준 기술 스택 (Python/WebAudio/Canvas)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Backend: Python HTTP Server / FastAPI / OpenAI Speech API Integration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Frontend: Vanilla JS, Web Audio API, Canvas 2D, MediaRecorder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Cloud: 24/7 Render Cloud Deployment &amp; Mobile Web Standards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BENEFITS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현장 도입 기대효과 및 정보 전달력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기존 긴급 문자(LMS) 대비 농가 대응 속도 및 정보 이해도 극대화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고령 농업인의 시감각적 정보 접근 장벽 완전 해소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재해 대응 골든타임 내 초스피드 대민 전파 시스템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algun Gothic"/>
              </a:defRPr>
            </a:pPr>
            <a:r>
              <a:t>[ SUMMARY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E26"/>
                </a:solidFill>
                <a:latin typeface="Malgun Gothic"/>
              </a:defRPr>
            </a:pPr>
            <a:r>
              <a:t>경상북도농업기술원 AI 숏폼 스튜디오 요약 및 향후 발전 방향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농업 현장에 최적화된 맞춤형 AI 숏폼 생성 플랫폼 완성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모바일 QR코드 및 24시간 365일 언제나 접속 가능한 주소 제공</a:t>
            </a:r>
          </a:p>
          <a:p>
            <a:pPr>
              <a:spcAft>
                <a:spcPts val="2000"/>
              </a:spcAft>
              <a:defRPr sz="1800" b="1">
                <a:solidFill>
                  <a:srgbClr val="1A2E26"/>
                </a:solidFill>
                <a:latin typeface="Malgun Gothic"/>
              </a:defRPr>
            </a:pPr>
            <a:r>
              <a:t>• 농업 재해 예방 및 도민 안전을 위한 스마트 농정 실현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