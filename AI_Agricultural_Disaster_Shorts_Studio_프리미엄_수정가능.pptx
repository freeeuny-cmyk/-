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m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경상북도농업기술원 AI 데이터 전문인재 양성교육 팀프로젝트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농업재해 및 병해충 긴급 전파를 위한</a:t>
            </a:r>
            <a:br/>
            <a:r>
              <a:t>AI 숏츠(Shorts) 자동 생성기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8E1D2"/>
                </a:solidFill>
                <a:latin typeface="Malgun Gothic"/>
              </a:defRPr>
            </a:pPr>
            <a:r>
              <a:t>부제: 기존 텍스트 문자의 한계를 극복하는 고가독성 재해 대응 속보 제작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팀 대표: 이동은   |   팀원: 김영아, 이미향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m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TEAM STATUS - 팀 구성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E26"/>
                </a:solidFill>
                <a:latin typeface="Malgun Gothic"/>
              </a:defRPr>
            </a:pPr>
            <a:r>
              <a:t>경상북도농업기술원 AI 데이터 전문인재 양성교육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61F"/>
                </a:solidFill>
                <a:latin typeface="Malgun Gothic"/>
              </a:defRPr>
            </a:pPr>
            <a:r>
              <a:t>팀 3: 이동은 (팀장), 김영아, 이미향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A665B"/>
                </a:solidFill>
                <a:latin typeface="Malgun Gothic"/>
              </a:defRPr>
            </a:pPr>
            <a:r>
              <a:t>농업재해 및 병해충 긴급 전파를 위한 AI 숏츠 자동 생성기 개발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m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TIMELINE - 팀 프로젝트 일정 및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E26"/>
                </a:solidFill>
                <a:latin typeface="Malgun Gothic"/>
              </a:defRPr>
            </a:pPr>
            <a:r>
              <a:t>8회차, 9회차, 10회차 중심의 단계별 과제 및 고도화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61F"/>
                </a:solidFill>
                <a:latin typeface="Malgun Gothic"/>
              </a:defRPr>
            </a:pPr>
            <a:r>
              <a:t>• 8회차 (7/8): 프로젝트 기획 및 주제 구체화</a:t>
            </a:r>
            <a:br/>
            <a:r>
              <a:t>• 9회차 (7/22): 실전 개발 및 데이터/코드 조율 (80% 달성)</a:t>
            </a:r>
            <a:br/>
            <a:r>
              <a:t>• 10회차 (7/29): 최종 발표 및 시상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m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TIMELINE DETAIL - 상세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E26"/>
                </a:solidFill>
                <a:latin typeface="Malgun Gothic"/>
              </a:defRPr>
            </a:pPr>
            <a:r>
              <a:t>프로젝트 기획, 개발, 최종 고도화 로드맵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m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문제정의 템플릿 - STEP 1. 사용자 행동 기반 결핍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E26"/>
                </a:solidFill>
                <a:latin typeface="Malgun Gothic"/>
              </a:defRPr>
            </a:pPr>
            <a:r>
              <a:t>기존 텍스트 위주 재해 안내의 한계 극복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E261F"/>
                </a:solidFill>
                <a:latin typeface="Malgun Gothic"/>
              </a:defRPr>
            </a:pPr>
            <a:r>
              <a:t>프로젝트 목적:</a:t>
            </a:r>
            <a:br/>
            <a:r>
              <a:t>1. 텍스트 위주 긴급문자를 숏츠 영상으로 대체하여 전달력 극대화</a:t>
            </a:r>
            <a:br/>
            <a:r>
              <a:t>2. 고령 농업인 등 취약계층용 이미지+자막+음성(TTS) 제공</a:t>
            </a:r>
            <a:br/>
            <a:r>
              <a:t>3. 담당자가 1~2분 만에 대민 전파 숏츠 즉시 제작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mg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STEP 2. 결핍 해결 솔루션 구체화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E26"/>
                </a:solidFill>
                <a:latin typeface="Malgun Gothic"/>
              </a:defRPr>
            </a:pPr>
            <a:r>
              <a:t>AI 기반 숏폼 동영상 자동 생성 솔루션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m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STEP 3. 핵심 기능 구현 및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E26"/>
                </a:solidFill>
                <a:latin typeface="Malgun Gothic"/>
              </a:defRPr>
            </a:pPr>
            <a:r>
              <a:t>TTS 음성 합성 &amp; BGM 오디오 믹싱 기술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mg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STEP 4. 캔버스 렌더링 및 MP4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E26"/>
                </a:solidFill>
                <a:latin typeface="Malgun Gothic"/>
              </a:defRPr>
            </a:pPr>
            <a:r>
              <a:t>웹 브라우저 기반 실시간 숏폼 동영상 다운로드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m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STEP 5. 기대효과 및 정보 전달력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E26"/>
                </a:solidFill>
                <a:latin typeface="Malgun Gothic"/>
              </a:defRPr>
            </a:pPr>
            <a:r>
              <a:t>농가 재해 대응 속도 및 피해 예방률 극대화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m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STEP 6. 현장 파급력 및 발전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E26"/>
                </a:solidFill>
                <a:latin typeface="Malgun Gothic"/>
              </a:defRPr>
            </a:pPr>
            <a:r>
              <a:t>스마트 농정 강화를 위한 AI 기술 실증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m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THANK YOU - 경상북도농업기술원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E26"/>
                </a:solidFill>
                <a:latin typeface="Malgun Gothic"/>
              </a:defRPr>
            </a:pPr>
            <a:r>
              <a:t>농업혁신을 선도하는 데이터 시너지와 AI 기술실증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